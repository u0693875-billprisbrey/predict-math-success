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37" d="100"/>
          <a:sy n="37" d="100"/>
        </p:scale>
        <p:origin x="72" y="15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E5D04-E3A5-17BA-0358-C682A1D96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A0B545-10E9-DB83-A02D-4C753620C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B1351-F53E-AD7F-0792-68FE89750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EAE5E-4D95-48CB-B4E7-244417E287E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E134C-D35D-70BB-3EA6-8EA66B78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0C805-CEF0-AEF6-D77C-B21A8A4CC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85F5-A43C-4B93-90F3-22C0C31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89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30C7C-13CC-382A-34D2-BF8465E7E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3F8AF-DDD2-3E20-6BFA-8C5283FF6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CAB3E-F93D-CE4D-0E83-AED623E2B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EAE5E-4D95-48CB-B4E7-244417E287E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93914-F867-E047-4F4F-4CA8184AA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2CC20-5D16-99BA-4069-E7C7D036C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85F5-A43C-4B93-90F3-22C0C31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68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9BDC6-2DBA-71F8-D9C3-4F3CE4B25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A4B11D-865C-DF8D-2309-CCDD973F7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49E60-D5A6-20D5-61B9-3F05DEC05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EAE5E-4D95-48CB-B4E7-244417E287E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B3C9D-A21A-BC45-B582-753AE6F2B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55D0-4098-09BA-29E6-919BEB2E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85F5-A43C-4B93-90F3-22C0C31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625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3EA14-AA03-3C54-0D10-3B734CBE0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E4D06-1097-3C7C-B442-35F316567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08A1C-B394-1EF9-0E47-3BB9451E2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53B3E-33C7-FCFA-376E-D10A733F4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EAE5E-4D95-48CB-B4E7-244417E287E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39D84-5B8D-3AC0-98A8-C5A17BFDE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1AE56-83EF-4465-096B-1D71BDFC8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85F5-A43C-4B93-90F3-22C0C31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016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622CA-DDE2-B9BD-9382-1C151B379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0FBF5-8536-021C-1002-870F78D2E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75FD48-362E-B676-4CF2-516AE4C13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33263E-2558-26AF-7515-468DB52A87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B07735-E25A-11B4-BD0F-9B3F225AE4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55A678-8966-FE0E-EC20-3097FA4E8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EAE5E-4D95-48CB-B4E7-244417E287E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DF809A-6C96-E156-485E-F6991CDD9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BECDFB-7097-FC05-3FD1-69566D4D1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85F5-A43C-4B93-90F3-22C0C31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43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C827B-0D90-57F8-0C80-0D74B830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B7674A-4CF1-3A14-255B-43D3510C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EAE5E-4D95-48CB-B4E7-244417E287E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78530-519F-9E16-C7B0-6B0E8FF5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96645-764F-DFEF-B6A9-173A6BC45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85F5-A43C-4B93-90F3-22C0C31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656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2CCC3F-9D49-1B50-A8C0-6F378B3B3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EAE5E-4D95-48CB-B4E7-244417E287E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1E0F88-7627-5C89-C82B-698B0CB79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C0252-328B-A70B-7015-113936CAA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85F5-A43C-4B93-90F3-22C0C31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383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16D81-412E-6F01-A09E-73CF8246A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5AFE7-DD52-B0FF-94A6-F824839EF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75324-704F-DF18-46E9-65472E1D9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0F729-55DB-60E5-1CD0-9D9873AD7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EAE5E-4D95-48CB-B4E7-244417E287E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82DAE-4F87-ADF1-62E8-14EDB476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747AC-18A1-6B81-62CE-9DD41A643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85F5-A43C-4B93-90F3-22C0C31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8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5DE26-DD4B-BBCC-B8EF-03189E3F9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4DAF8B-EA18-4B79-E448-652A889C85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3ED593-761F-D078-B820-0157C2AC9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D0BB0-6303-9C53-C0F7-C240F59B2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EAE5E-4D95-48CB-B4E7-244417E287E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A2872-655D-F622-9A08-8FCD41FA0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9B2E8-2FDD-9E23-7E51-37D6E8E9E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85F5-A43C-4B93-90F3-22C0C31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174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14EEE-4E06-E473-F759-01C546498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3B2C3-B247-C919-A170-0B393E9A5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80DCA-2A13-F5BB-BDC9-48F882AE5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EAE5E-4D95-48CB-B4E7-244417E287E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1A898-D55E-5C06-3EE4-0D7A1FDDF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167F4-EEAE-A9B4-C4B5-7FFA613F8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85F5-A43C-4B93-90F3-22C0C31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04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B31AFD-65C6-D9B5-0E19-03911DD67E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B79E80-0FD6-5788-6E1B-C53EE7542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4A43F-9AE6-0181-AF8D-DAB853B05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EAE5E-4D95-48CB-B4E7-244417E287E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0837E-1A83-064B-1565-105960519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40056-DF5E-0808-CF05-D8299300E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85F5-A43C-4B93-90F3-22C0C31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28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F39658-ABC9-B419-D962-7D1D100E5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09E157-84F1-1F11-1870-B8A8E33F0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9E3DD-A854-3580-9BA2-3FE3E1F3B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5EAE5E-4D95-48CB-B4E7-244417E287E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82D44-34B7-743B-C077-835E3C80CF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EA0BE-68AF-9149-233F-EDE7F5DDA8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7685F5-A43C-4B93-90F3-22C0C31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131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18865-5097-6803-86AC-E1118B57BB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Predict Math Success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220CBA-3B50-8271-895D-8F02D04DF5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Representative Plots</a:t>
            </a:r>
          </a:p>
        </p:txBody>
      </p:sp>
    </p:spTree>
    <p:extLst>
      <p:ext uri="{BB962C8B-B14F-4D97-AF65-F5344CB8AC3E}">
        <p14:creationId xmlns:p14="http://schemas.microsoft.com/office/powerpoint/2010/main" val="1329784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D351F4-D4BD-221C-7AAE-8DFD6155BF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994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91E7EF-5B32-BD5F-32D2-3D6CB5FA73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42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35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ackground Fill">
            <a:extLst>
              <a:ext uri="{FF2B5EF4-FFF2-40B4-BE49-F238E27FC236}">
                <a16:creationId xmlns:a16="http://schemas.microsoft.com/office/drawing/2014/main" id="{3C915414-2809-4735-A560-0D5FE6670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3382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id">
            <a:extLst>
              <a:ext uri="{FF2B5EF4-FFF2-40B4-BE49-F238E27FC236}">
                <a16:creationId xmlns:a16="http://schemas.microsoft.com/office/drawing/2014/main" id="{24413201-85BF-4680-A7D4-10CDBD035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038471" cy="6858000"/>
            <a:chOff x="0" y="-12406"/>
            <a:chExt cx="12038471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F819D8C-C8E5-4336-9882-79FBF65551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D732480-09E4-401A-B2D9-E6C662FBC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719781" y="-5330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7D8355C-E417-4D36-91FF-2CC1E1FE9F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6726839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DF7267-EAAE-43CE-ACEF-608328FB1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-25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4C901E2-0CDB-4316-B262-3B9E68F335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1729498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8F6D31A-084C-4F10-9A8F-A9645DFB71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1609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38E09F0-F130-45B5-B0AF-7EF3F0172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6843959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69330E2-17DA-4F0D-B377-6E4499C79A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5131209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3192707-5744-4C77-8CD6-D682F9080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120892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367A44A-5DD0-43B5-B6DB-1CA3BC5AF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3422784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80809D1-164B-4A0C-84BB-2AC46F3BD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1832198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379EC94-3698-4695-8CE7-61DBDF5EE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3538773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755B95C-6A71-4D4F-8F48-B21F893E6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5240042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099C53A-E394-462E-BF63-1639A8E283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828837" y="-5330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AC427FF-C3BE-45A0-9FB1-A6A4C8C4C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439563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B15D91A-BF52-4704-8F6B-A7C474618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59344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D9241FD-0E0D-409B-A2AF-8F06ACB75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79125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8B3D884-11F6-4FF3-82C2-1C2311451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598907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15AB342-981A-44B4-846D-B0B2394AC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038471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72C80E7-0A00-4063-BEE2-6B6B446A4A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318688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DDFAF9B-F940-4E8C-905E-31851E6E7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549263" y="-5330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E75405B-4987-4ED0-838B-B550E11C50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72269" y="1609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D23C412-06C7-4364-B5C1-6492A9D36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90113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E558B2C-BA31-4EF6-AA51-34C38C4FA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715787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9BF6B7B-33CA-48B1-A1DC-E4917FB89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435730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91E8E40-9C42-4E16-980F-D9B38872F3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4293" y="-5330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B7E3690-D803-4CC7-BA93-B51ACF040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4177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728FD76-CB7A-74F3-56F9-07641DFA8E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94"/>
          <a:stretch>
            <a:fillRect/>
          </a:stretch>
        </p:blipFill>
        <p:spPr>
          <a:xfrm>
            <a:off x="134874" y="137904"/>
            <a:ext cx="10305575" cy="6588020"/>
          </a:xfrm>
          <a:prstGeom prst="rect">
            <a:avLst/>
          </a:prstGeom>
        </p:spPr>
      </p:pic>
      <p:sp>
        <p:nvSpPr>
          <p:cNvPr id="44" name="Color">
            <a:extLst>
              <a:ext uri="{FF2B5EF4-FFF2-40B4-BE49-F238E27FC236}">
                <a16:creationId xmlns:a16="http://schemas.microsoft.com/office/drawing/2014/main" id="{D665D759-2DF8-4D47-8386-4BA28901A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7704" y="147451"/>
            <a:ext cx="685800" cy="658648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65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0E85DF-A41F-6F78-D206-29B7768D3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329775"/>
            <a:ext cx="10905066" cy="419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10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3CD7FF-8499-E4BA-DDB6-33BB664C9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789" y="43936"/>
            <a:ext cx="9431234" cy="681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901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E1501E-F12A-9621-7AC5-ED806B668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1041"/>
            <a:ext cx="12153085" cy="543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259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643626-8FAB-F959-3E3A-E8F991A15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4" y="522515"/>
            <a:ext cx="12020538" cy="579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10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1323E7-C018-2995-B16C-28DB82E60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4840"/>
            <a:ext cx="12102074" cy="556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7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B1935B-A678-412B-8256-E5122BEFB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50" y="627017"/>
            <a:ext cx="12070921" cy="564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799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4BE353-9440-3CD2-8397-29BCFBAC1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24841"/>
            <a:ext cx="12192000" cy="560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097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</Words>
  <Application>Microsoft Office PowerPoint</Application>
  <PresentationFormat>Widescreen</PresentationFormat>
  <Paragraphs>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Predict Math Success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 Prisbrey</dc:creator>
  <cp:lastModifiedBy>Bill Prisbrey</cp:lastModifiedBy>
  <cp:revision>1</cp:revision>
  <dcterms:created xsi:type="dcterms:W3CDTF">2026-03-20T15:20:38Z</dcterms:created>
  <dcterms:modified xsi:type="dcterms:W3CDTF">2026-03-20T15:54:38Z</dcterms:modified>
</cp:coreProperties>
</file>